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70" r:id="rId11"/>
    <p:sldId id="271" r:id="rId12"/>
    <p:sldId id="276" r:id="rId13"/>
    <p:sldId id="267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14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AAA3B4-8767-49FD-A113-10420ABB1C67}" type="doc">
      <dgm:prSet loTypeId="urn:microsoft.com/office/officeart/2008/layout/LinedList" loCatId="list" qsTypeId="urn:microsoft.com/office/officeart/2005/8/quickstyle/simple4#1" qsCatId="simple" csTypeId="urn:microsoft.com/office/officeart/2005/8/colors/colorful4#1" csCatId="colorful" phldr="1"/>
      <dgm:spPr/>
      <dgm:t>
        <a:bodyPr/>
        <a:lstStyle/>
        <a:p>
          <a:endParaRPr lang="en-US"/>
        </a:p>
      </dgm:t>
    </dgm:pt>
    <dgm:pt modelId="{7F258612-9C70-4BEF-839C-E947C6D3C20B}">
      <dgm:prSet/>
      <dgm:spPr/>
      <dgm:t>
        <a:bodyPr/>
        <a:lstStyle/>
        <a:p>
          <a:r>
            <a:rPr lang="en-US" b="0" dirty="0"/>
            <a:t>Introduction</a:t>
          </a:r>
        </a:p>
      </dgm:t>
    </dgm:pt>
    <dgm:pt modelId="{FDD22ABD-F85E-4C7F-AE32-9120F6FF783F}" type="parTrans" cxnId="{2B940270-E32F-4A6F-9076-C2CBB5675B36}">
      <dgm:prSet/>
      <dgm:spPr/>
      <dgm:t>
        <a:bodyPr/>
        <a:lstStyle/>
        <a:p>
          <a:endParaRPr lang="en-US" b="0"/>
        </a:p>
      </dgm:t>
    </dgm:pt>
    <dgm:pt modelId="{218FAC5C-F693-4A95-B4EA-AE95CA4EED47}" type="sibTrans" cxnId="{2B940270-E32F-4A6F-9076-C2CBB5675B36}">
      <dgm:prSet/>
      <dgm:spPr/>
      <dgm:t>
        <a:bodyPr/>
        <a:lstStyle/>
        <a:p>
          <a:endParaRPr lang="en-US" b="0"/>
        </a:p>
      </dgm:t>
    </dgm:pt>
    <dgm:pt modelId="{5951DAA4-95B5-494B-ACED-54DBAC3DACA4}">
      <dgm:prSet/>
      <dgm:spPr/>
      <dgm:t>
        <a:bodyPr/>
        <a:lstStyle/>
        <a:p>
          <a:r>
            <a:rPr lang="en-US" b="0" dirty="0"/>
            <a:t>Project Significance/Contribution</a:t>
          </a:r>
        </a:p>
      </dgm:t>
    </dgm:pt>
    <dgm:pt modelId="{971FA3EC-7C3F-42BA-B002-35572E3E1825}" type="parTrans" cxnId="{CFF6B3D3-99E9-4947-A1C6-2C49D58A2D1E}">
      <dgm:prSet/>
      <dgm:spPr/>
      <dgm:t>
        <a:bodyPr/>
        <a:lstStyle/>
        <a:p>
          <a:endParaRPr lang="en-US" b="0"/>
        </a:p>
      </dgm:t>
    </dgm:pt>
    <dgm:pt modelId="{A971AEF8-A08A-40F5-819C-291242929CB5}" type="sibTrans" cxnId="{CFF6B3D3-99E9-4947-A1C6-2C49D58A2D1E}">
      <dgm:prSet/>
      <dgm:spPr/>
      <dgm:t>
        <a:bodyPr/>
        <a:lstStyle/>
        <a:p>
          <a:endParaRPr lang="en-US" b="0"/>
        </a:p>
      </dgm:t>
    </dgm:pt>
    <dgm:pt modelId="{9B2D4C55-5FF7-41D6-B888-BA41A3ED2BF9}">
      <dgm:prSet/>
      <dgm:spPr/>
      <dgm:t>
        <a:bodyPr/>
        <a:lstStyle/>
        <a:p>
          <a:r>
            <a:rPr lang="en-US" b="0" dirty="0"/>
            <a:t>Problem Statement</a:t>
          </a:r>
        </a:p>
      </dgm:t>
    </dgm:pt>
    <dgm:pt modelId="{BAD15B1D-9E55-491A-9C0B-9BA7F791C7B8}" type="parTrans" cxnId="{3E70E66D-78CA-40D0-821F-F77EAA746562}">
      <dgm:prSet/>
      <dgm:spPr/>
      <dgm:t>
        <a:bodyPr/>
        <a:lstStyle/>
        <a:p>
          <a:endParaRPr lang="en-US" b="0"/>
        </a:p>
      </dgm:t>
    </dgm:pt>
    <dgm:pt modelId="{6A8D334B-D62C-42C4-94B4-C9D6B00D9858}" type="sibTrans" cxnId="{3E70E66D-78CA-40D0-821F-F77EAA746562}">
      <dgm:prSet/>
      <dgm:spPr/>
      <dgm:t>
        <a:bodyPr/>
        <a:lstStyle/>
        <a:p>
          <a:endParaRPr lang="en-US" b="0"/>
        </a:p>
      </dgm:t>
    </dgm:pt>
    <dgm:pt modelId="{6F9C5EDC-67FC-4E28-996B-3EF0B7E4A799}">
      <dgm:prSet/>
      <dgm:spPr/>
      <dgm:t>
        <a:bodyPr/>
        <a:lstStyle/>
        <a:p>
          <a:r>
            <a:rPr lang="en-US" b="0" dirty="0"/>
            <a:t>Objectives</a:t>
          </a:r>
        </a:p>
      </dgm:t>
    </dgm:pt>
    <dgm:pt modelId="{FD1EB7C6-829C-4C30-A622-C7AB558DC05E}" type="parTrans" cxnId="{D3094141-C87B-49C4-B9CF-45A7B0B9E2F0}">
      <dgm:prSet/>
      <dgm:spPr/>
      <dgm:t>
        <a:bodyPr/>
        <a:lstStyle/>
        <a:p>
          <a:endParaRPr lang="en-US" b="0"/>
        </a:p>
      </dgm:t>
    </dgm:pt>
    <dgm:pt modelId="{37F31206-3B09-4DE8-BE03-9FE784672B4D}" type="sibTrans" cxnId="{D3094141-C87B-49C4-B9CF-45A7B0B9E2F0}">
      <dgm:prSet/>
      <dgm:spPr/>
      <dgm:t>
        <a:bodyPr/>
        <a:lstStyle/>
        <a:p>
          <a:endParaRPr lang="en-US" b="0"/>
        </a:p>
      </dgm:t>
    </dgm:pt>
    <dgm:pt modelId="{2B2E01A5-47B6-4B0B-9CCC-717302A2AAE3}">
      <dgm:prSet/>
      <dgm:spPr/>
      <dgm:t>
        <a:bodyPr/>
        <a:lstStyle/>
        <a:p>
          <a:r>
            <a:rPr lang="en-US" b="0" dirty="0"/>
            <a:t>Project Methodology</a:t>
          </a:r>
        </a:p>
      </dgm:t>
    </dgm:pt>
    <dgm:pt modelId="{6F13CFDC-77C1-40AE-AAA8-70C0EA076229}" type="parTrans" cxnId="{680D4DDD-7271-4E50-83F3-2C12B4018F7F}">
      <dgm:prSet/>
      <dgm:spPr/>
      <dgm:t>
        <a:bodyPr/>
        <a:lstStyle/>
        <a:p>
          <a:endParaRPr lang="en-US" b="0"/>
        </a:p>
      </dgm:t>
    </dgm:pt>
    <dgm:pt modelId="{E0BE5EC9-C41D-4116-9E37-4C6CE470D2F2}" type="sibTrans" cxnId="{680D4DDD-7271-4E50-83F3-2C12B4018F7F}">
      <dgm:prSet/>
      <dgm:spPr/>
      <dgm:t>
        <a:bodyPr/>
        <a:lstStyle/>
        <a:p>
          <a:endParaRPr lang="en-US" b="0"/>
        </a:p>
      </dgm:t>
    </dgm:pt>
    <dgm:pt modelId="{2888320F-659A-47F0-88DD-1DBF89A5DE0C}">
      <dgm:prSet/>
      <dgm:spPr/>
      <dgm:t>
        <a:bodyPr/>
        <a:lstStyle/>
        <a:p>
          <a:r>
            <a:rPr lang="en-US" b="0" dirty="0"/>
            <a:t>Results</a:t>
          </a:r>
        </a:p>
      </dgm:t>
    </dgm:pt>
    <dgm:pt modelId="{13F2351E-622F-4DC5-A61A-FA161C65799F}" type="parTrans" cxnId="{0C172FEE-6076-494E-B8E3-2FE926413520}">
      <dgm:prSet/>
      <dgm:spPr/>
      <dgm:t>
        <a:bodyPr/>
        <a:lstStyle/>
        <a:p>
          <a:endParaRPr lang="en-US" b="0"/>
        </a:p>
      </dgm:t>
    </dgm:pt>
    <dgm:pt modelId="{63088041-31E9-48F5-93A5-008E57BA9DBF}" type="sibTrans" cxnId="{0C172FEE-6076-494E-B8E3-2FE926413520}">
      <dgm:prSet/>
      <dgm:spPr/>
      <dgm:t>
        <a:bodyPr/>
        <a:lstStyle/>
        <a:p>
          <a:endParaRPr lang="en-US" b="0"/>
        </a:p>
      </dgm:t>
    </dgm:pt>
    <dgm:pt modelId="{6D65BD85-FE91-414B-A95D-94DB04A1ACA1}">
      <dgm:prSet/>
      <dgm:spPr/>
      <dgm:t>
        <a:bodyPr/>
        <a:lstStyle/>
        <a:p>
          <a:r>
            <a:rPr lang="en-US" b="0" dirty="0"/>
            <a:t>References</a:t>
          </a:r>
        </a:p>
      </dgm:t>
    </dgm:pt>
    <dgm:pt modelId="{E104EEF6-78F7-479F-8048-7846F9693B9A}" type="parTrans" cxnId="{15951557-4E2C-4EA4-ACB9-1BCFF7F7DA95}">
      <dgm:prSet/>
      <dgm:spPr/>
      <dgm:t>
        <a:bodyPr/>
        <a:lstStyle/>
        <a:p>
          <a:endParaRPr lang="en-US" b="0"/>
        </a:p>
      </dgm:t>
    </dgm:pt>
    <dgm:pt modelId="{5C938373-7B06-48D2-98DF-2E76CBCA9E0F}" type="sibTrans" cxnId="{15951557-4E2C-4EA4-ACB9-1BCFF7F7DA95}">
      <dgm:prSet/>
      <dgm:spPr/>
      <dgm:t>
        <a:bodyPr/>
        <a:lstStyle/>
        <a:p>
          <a:endParaRPr lang="en-US" b="0"/>
        </a:p>
      </dgm:t>
    </dgm:pt>
    <dgm:pt modelId="{93B0C507-6385-4E2D-AB7E-51BEB18E9473}">
      <dgm:prSet/>
      <dgm:spPr/>
      <dgm:t>
        <a:bodyPr/>
        <a:lstStyle/>
        <a:p>
          <a:r>
            <a:rPr lang="en-US" b="0" dirty="0"/>
            <a:t>Conclusion &amp; Future Work</a:t>
          </a:r>
        </a:p>
      </dgm:t>
    </dgm:pt>
    <dgm:pt modelId="{EC90245B-3343-4506-924D-398A43ADF55E}" type="parTrans" cxnId="{7F72A12B-E766-4F50-9CC2-88AE31A02C87}">
      <dgm:prSet/>
      <dgm:spPr/>
      <dgm:t>
        <a:bodyPr/>
        <a:lstStyle/>
        <a:p>
          <a:endParaRPr lang="en-US" b="0"/>
        </a:p>
      </dgm:t>
    </dgm:pt>
    <dgm:pt modelId="{5D50267A-DDD9-4359-B1AA-48EA5C7593CF}" type="sibTrans" cxnId="{7F72A12B-E766-4F50-9CC2-88AE31A02C87}">
      <dgm:prSet/>
      <dgm:spPr/>
      <dgm:t>
        <a:bodyPr/>
        <a:lstStyle/>
        <a:p>
          <a:endParaRPr lang="en-US" b="0"/>
        </a:p>
      </dgm:t>
    </dgm:pt>
    <dgm:pt modelId="{0019C96B-CCDE-45C1-B59B-0D817D958A18}">
      <dgm:prSet/>
      <dgm:spPr/>
      <dgm:t>
        <a:bodyPr/>
        <a:lstStyle/>
        <a:p>
          <a:r>
            <a:rPr lang="en-US" b="0" dirty="0"/>
            <a:t>Timeline (Gantt chart)</a:t>
          </a:r>
        </a:p>
      </dgm:t>
    </dgm:pt>
    <dgm:pt modelId="{AC7CC5EE-747F-4063-8844-9C5B3F9E1645}" type="parTrans" cxnId="{E0B1D4EC-F5F9-4EB2-A39C-259AF814EC0C}">
      <dgm:prSet/>
      <dgm:spPr/>
      <dgm:t>
        <a:bodyPr/>
        <a:lstStyle/>
        <a:p>
          <a:endParaRPr lang="en-US"/>
        </a:p>
      </dgm:t>
    </dgm:pt>
    <dgm:pt modelId="{42CB1717-6D09-44FC-AE17-9093347E2662}" type="sibTrans" cxnId="{E0B1D4EC-F5F9-4EB2-A39C-259AF814EC0C}">
      <dgm:prSet/>
      <dgm:spPr/>
      <dgm:t>
        <a:bodyPr/>
        <a:lstStyle/>
        <a:p>
          <a:endParaRPr lang="en-US"/>
        </a:p>
      </dgm:t>
    </dgm:pt>
    <dgm:pt modelId="{A3869D47-2CF5-478A-B01C-AD7F2A0693D6}" type="pres">
      <dgm:prSet presAssocID="{6AAAA3B4-8767-49FD-A113-10420ABB1C67}" presName="vert0" presStyleCnt="0">
        <dgm:presLayoutVars>
          <dgm:dir/>
          <dgm:animOne val="branch"/>
          <dgm:animLvl val="lvl"/>
        </dgm:presLayoutVars>
      </dgm:prSet>
      <dgm:spPr/>
    </dgm:pt>
    <dgm:pt modelId="{439B8328-D981-4FDE-8C35-7E9AAFBA2691}" type="pres">
      <dgm:prSet presAssocID="{7F258612-9C70-4BEF-839C-E947C6D3C20B}" presName="thickLine" presStyleLbl="alignNode1" presStyleIdx="0" presStyleCnt="9"/>
      <dgm:spPr/>
    </dgm:pt>
    <dgm:pt modelId="{246A8B66-2333-4A5D-A9EC-A5388255C69E}" type="pres">
      <dgm:prSet presAssocID="{7F258612-9C70-4BEF-839C-E947C6D3C20B}" presName="horz1" presStyleCnt="0"/>
      <dgm:spPr/>
    </dgm:pt>
    <dgm:pt modelId="{F5129329-B68A-4B68-B876-2DF3180121A3}" type="pres">
      <dgm:prSet presAssocID="{7F258612-9C70-4BEF-839C-E947C6D3C20B}" presName="tx1" presStyleLbl="revTx" presStyleIdx="0" presStyleCnt="9"/>
      <dgm:spPr/>
    </dgm:pt>
    <dgm:pt modelId="{225029A6-3320-4332-8157-E8816F668024}" type="pres">
      <dgm:prSet presAssocID="{7F258612-9C70-4BEF-839C-E947C6D3C20B}" presName="vert1" presStyleCnt="0"/>
      <dgm:spPr/>
    </dgm:pt>
    <dgm:pt modelId="{C5EBB374-022D-407B-9E68-4619D3E58308}" type="pres">
      <dgm:prSet presAssocID="{5951DAA4-95B5-494B-ACED-54DBAC3DACA4}" presName="thickLine" presStyleLbl="alignNode1" presStyleIdx="1" presStyleCnt="9"/>
      <dgm:spPr/>
    </dgm:pt>
    <dgm:pt modelId="{776AAE26-BD70-4721-A4E1-95C1AA69D0A6}" type="pres">
      <dgm:prSet presAssocID="{5951DAA4-95B5-494B-ACED-54DBAC3DACA4}" presName="horz1" presStyleCnt="0"/>
      <dgm:spPr/>
    </dgm:pt>
    <dgm:pt modelId="{6C5D1569-B5AB-421A-8152-D5DC57459557}" type="pres">
      <dgm:prSet presAssocID="{5951DAA4-95B5-494B-ACED-54DBAC3DACA4}" presName="tx1" presStyleLbl="revTx" presStyleIdx="1" presStyleCnt="9"/>
      <dgm:spPr/>
    </dgm:pt>
    <dgm:pt modelId="{1E940A56-E84A-426F-BE38-4513CECE94A7}" type="pres">
      <dgm:prSet presAssocID="{5951DAA4-95B5-494B-ACED-54DBAC3DACA4}" presName="vert1" presStyleCnt="0"/>
      <dgm:spPr/>
    </dgm:pt>
    <dgm:pt modelId="{055853C4-418C-4A3A-B715-F74F869F81FA}" type="pres">
      <dgm:prSet presAssocID="{9B2D4C55-5FF7-41D6-B888-BA41A3ED2BF9}" presName="thickLine" presStyleLbl="alignNode1" presStyleIdx="2" presStyleCnt="9"/>
      <dgm:spPr/>
    </dgm:pt>
    <dgm:pt modelId="{006A4737-D1E6-4AD1-B837-28EFB600DCEF}" type="pres">
      <dgm:prSet presAssocID="{9B2D4C55-5FF7-41D6-B888-BA41A3ED2BF9}" presName="horz1" presStyleCnt="0"/>
      <dgm:spPr/>
    </dgm:pt>
    <dgm:pt modelId="{71F01EA2-52C0-4F11-986F-A8E4CB1A603D}" type="pres">
      <dgm:prSet presAssocID="{9B2D4C55-5FF7-41D6-B888-BA41A3ED2BF9}" presName="tx1" presStyleLbl="revTx" presStyleIdx="2" presStyleCnt="9"/>
      <dgm:spPr/>
    </dgm:pt>
    <dgm:pt modelId="{83084D81-08C2-4EB8-9D87-D481E634C41A}" type="pres">
      <dgm:prSet presAssocID="{9B2D4C55-5FF7-41D6-B888-BA41A3ED2BF9}" presName="vert1" presStyleCnt="0"/>
      <dgm:spPr/>
    </dgm:pt>
    <dgm:pt modelId="{6A3A85CB-C397-472B-AA7C-8954B6EFDBA4}" type="pres">
      <dgm:prSet presAssocID="{6F9C5EDC-67FC-4E28-996B-3EF0B7E4A799}" presName="thickLine" presStyleLbl="alignNode1" presStyleIdx="3" presStyleCnt="9"/>
      <dgm:spPr/>
    </dgm:pt>
    <dgm:pt modelId="{D16BDC49-FB7B-4CD7-B6CA-AF798EC7D2C7}" type="pres">
      <dgm:prSet presAssocID="{6F9C5EDC-67FC-4E28-996B-3EF0B7E4A799}" presName="horz1" presStyleCnt="0"/>
      <dgm:spPr/>
    </dgm:pt>
    <dgm:pt modelId="{C7E54FF6-131A-4A08-BA09-95646ECDA166}" type="pres">
      <dgm:prSet presAssocID="{6F9C5EDC-67FC-4E28-996B-3EF0B7E4A799}" presName="tx1" presStyleLbl="revTx" presStyleIdx="3" presStyleCnt="9"/>
      <dgm:spPr/>
    </dgm:pt>
    <dgm:pt modelId="{F34C5F4E-2C4A-46FE-966F-E8F8AE506047}" type="pres">
      <dgm:prSet presAssocID="{6F9C5EDC-67FC-4E28-996B-3EF0B7E4A799}" presName="vert1" presStyleCnt="0"/>
      <dgm:spPr/>
    </dgm:pt>
    <dgm:pt modelId="{92C290FE-2AE3-4527-ACA9-92F251026539}" type="pres">
      <dgm:prSet presAssocID="{2B2E01A5-47B6-4B0B-9CCC-717302A2AAE3}" presName="thickLine" presStyleLbl="alignNode1" presStyleIdx="4" presStyleCnt="9"/>
      <dgm:spPr/>
    </dgm:pt>
    <dgm:pt modelId="{EE4DADC8-39E1-40FE-BD29-2078492DBD46}" type="pres">
      <dgm:prSet presAssocID="{2B2E01A5-47B6-4B0B-9CCC-717302A2AAE3}" presName="horz1" presStyleCnt="0"/>
      <dgm:spPr/>
    </dgm:pt>
    <dgm:pt modelId="{8A232201-6861-4063-9B33-FAA055462EAF}" type="pres">
      <dgm:prSet presAssocID="{2B2E01A5-47B6-4B0B-9CCC-717302A2AAE3}" presName="tx1" presStyleLbl="revTx" presStyleIdx="4" presStyleCnt="9"/>
      <dgm:spPr/>
    </dgm:pt>
    <dgm:pt modelId="{45DE0877-52D9-4256-AC83-13BE1AC75429}" type="pres">
      <dgm:prSet presAssocID="{2B2E01A5-47B6-4B0B-9CCC-717302A2AAE3}" presName="vert1" presStyleCnt="0"/>
      <dgm:spPr/>
    </dgm:pt>
    <dgm:pt modelId="{14D96A07-8692-46FC-86C5-83CD5BF5D4BF}" type="pres">
      <dgm:prSet presAssocID="{2888320F-659A-47F0-88DD-1DBF89A5DE0C}" presName="thickLine" presStyleLbl="alignNode1" presStyleIdx="5" presStyleCnt="9"/>
      <dgm:spPr/>
    </dgm:pt>
    <dgm:pt modelId="{7EC7900E-8CD5-4243-84D3-0FE5C973CBAE}" type="pres">
      <dgm:prSet presAssocID="{2888320F-659A-47F0-88DD-1DBF89A5DE0C}" presName="horz1" presStyleCnt="0"/>
      <dgm:spPr/>
    </dgm:pt>
    <dgm:pt modelId="{7BD30256-92ED-4792-BE91-FF17FFB079C6}" type="pres">
      <dgm:prSet presAssocID="{2888320F-659A-47F0-88DD-1DBF89A5DE0C}" presName="tx1" presStyleLbl="revTx" presStyleIdx="5" presStyleCnt="9"/>
      <dgm:spPr/>
    </dgm:pt>
    <dgm:pt modelId="{9BA7B46D-D4A3-4481-8BF6-022D0FD70974}" type="pres">
      <dgm:prSet presAssocID="{2888320F-659A-47F0-88DD-1DBF89A5DE0C}" presName="vert1" presStyleCnt="0"/>
      <dgm:spPr/>
    </dgm:pt>
    <dgm:pt modelId="{E13D1001-4448-4E98-8F6A-0F5BBD2D2BAA}" type="pres">
      <dgm:prSet presAssocID="{0019C96B-CCDE-45C1-B59B-0D817D958A18}" presName="thickLine" presStyleLbl="alignNode1" presStyleIdx="6" presStyleCnt="9"/>
      <dgm:spPr/>
    </dgm:pt>
    <dgm:pt modelId="{1FBE9784-D01D-4CAC-B62B-F1ECB1185AD5}" type="pres">
      <dgm:prSet presAssocID="{0019C96B-CCDE-45C1-B59B-0D817D958A18}" presName="horz1" presStyleCnt="0"/>
      <dgm:spPr/>
    </dgm:pt>
    <dgm:pt modelId="{32B58CB1-06C3-444C-A5F9-3EF42273A015}" type="pres">
      <dgm:prSet presAssocID="{0019C96B-CCDE-45C1-B59B-0D817D958A18}" presName="tx1" presStyleLbl="revTx" presStyleIdx="6" presStyleCnt="9" custLinFactNeighborX="-192" custLinFactNeighborY="1727"/>
      <dgm:spPr/>
    </dgm:pt>
    <dgm:pt modelId="{22AE32C9-B870-4073-A182-7E5E1B0CDBB4}" type="pres">
      <dgm:prSet presAssocID="{0019C96B-CCDE-45C1-B59B-0D817D958A18}" presName="vert1" presStyleCnt="0"/>
      <dgm:spPr/>
    </dgm:pt>
    <dgm:pt modelId="{6B9AEE5A-3C96-44E5-8B84-89A065E053B3}" type="pres">
      <dgm:prSet presAssocID="{93B0C507-6385-4E2D-AB7E-51BEB18E9473}" presName="thickLine" presStyleLbl="alignNode1" presStyleIdx="7" presStyleCnt="9"/>
      <dgm:spPr/>
    </dgm:pt>
    <dgm:pt modelId="{A721EFBD-F973-45DE-979D-6288F779BE84}" type="pres">
      <dgm:prSet presAssocID="{93B0C507-6385-4E2D-AB7E-51BEB18E9473}" presName="horz1" presStyleCnt="0"/>
      <dgm:spPr/>
    </dgm:pt>
    <dgm:pt modelId="{DF5BEE54-E133-49A0-8686-A71030346965}" type="pres">
      <dgm:prSet presAssocID="{93B0C507-6385-4E2D-AB7E-51BEB18E9473}" presName="tx1" presStyleLbl="revTx" presStyleIdx="7" presStyleCnt="9"/>
      <dgm:spPr/>
    </dgm:pt>
    <dgm:pt modelId="{9578D4E6-412F-4A7C-A6B9-E5394BBE4523}" type="pres">
      <dgm:prSet presAssocID="{93B0C507-6385-4E2D-AB7E-51BEB18E9473}" presName="vert1" presStyleCnt="0"/>
      <dgm:spPr/>
    </dgm:pt>
    <dgm:pt modelId="{A1BB0D89-2A16-40E3-B426-FFFE1BDEBC3D}" type="pres">
      <dgm:prSet presAssocID="{6D65BD85-FE91-414B-A95D-94DB04A1ACA1}" presName="thickLine" presStyleLbl="alignNode1" presStyleIdx="8" presStyleCnt="9"/>
      <dgm:spPr/>
    </dgm:pt>
    <dgm:pt modelId="{F22B9D7A-374A-4A57-A07D-AA93E41A53B1}" type="pres">
      <dgm:prSet presAssocID="{6D65BD85-FE91-414B-A95D-94DB04A1ACA1}" presName="horz1" presStyleCnt="0"/>
      <dgm:spPr/>
    </dgm:pt>
    <dgm:pt modelId="{FDA0C533-956F-41A3-9D62-0D466EA883B9}" type="pres">
      <dgm:prSet presAssocID="{6D65BD85-FE91-414B-A95D-94DB04A1ACA1}" presName="tx1" presStyleLbl="revTx" presStyleIdx="8" presStyleCnt="9"/>
      <dgm:spPr/>
    </dgm:pt>
    <dgm:pt modelId="{BD238A46-D840-47EB-B543-0CC421FDD74F}" type="pres">
      <dgm:prSet presAssocID="{6D65BD85-FE91-414B-A95D-94DB04A1ACA1}" presName="vert1" presStyleCnt="0"/>
      <dgm:spPr/>
    </dgm:pt>
  </dgm:ptLst>
  <dgm:cxnLst>
    <dgm:cxn modelId="{EB9F1016-983D-4CE3-96ED-3586B234E749}" type="presOf" srcId="{93B0C507-6385-4E2D-AB7E-51BEB18E9473}" destId="{DF5BEE54-E133-49A0-8686-A71030346965}" srcOrd="0" destOrd="0" presId="urn:microsoft.com/office/officeart/2008/layout/LinedList"/>
    <dgm:cxn modelId="{7F72A12B-E766-4F50-9CC2-88AE31A02C87}" srcId="{6AAAA3B4-8767-49FD-A113-10420ABB1C67}" destId="{93B0C507-6385-4E2D-AB7E-51BEB18E9473}" srcOrd="7" destOrd="0" parTransId="{EC90245B-3343-4506-924D-398A43ADF55E}" sibTransId="{5D50267A-DDD9-4359-B1AA-48EA5C7593CF}"/>
    <dgm:cxn modelId="{FAA7103A-EFC7-42AF-BEBE-8C3B4CE36220}" type="presOf" srcId="{0019C96B-CCDE-45C1-B59B-0D817D958A18}" destId="{32B58CB1-06C3-444C-A5F9-3EF42273A015}" srcOrd="0" destOrd="0" presId="urn:microsoft.com/office/officeart/2008/layout/LinedList"/>
    <dgm:cxn modelId="{D3094141-C87B-49C4-B9CF-45A7B0B9E2F0}" srcId="{6AAAA3B4-8767-49FD-A113-10420ABB1C67}" destId="{6F9C5EDC-67FC-4E28-996B-3EF0B7E4A799}" srcOrd="3" destOrd="0" parTransId="{FD1EB7C6-829C-4C30-A622-C7AB558DC05E}" sibTransId="{37F31206-3B09-4DE8-BE03-9FE784672B4D}"/>
    <dgm:cxn modelId="{A368BE66-1E7D-4967-B1B8-501792BCDBB6}" type="presOf" srcId="{5951DAA4-95B5-494B-ACED-54DBAC3DACA4}" destId="{6C5D1569-B5AB-421A-8152-D5DC57459557}" srcOrd="0" destOrd="0" presId="urn:microsoft.com/office/officeart/2008/layout/LinedList"/>
    <dgm:cxn modelId="{3E70E66D-78CA-40D0-821F-F77EAA746562}" srcId="{6AAAA3B4-8767-49FD-A113-10420ABB1C67}" destId="{9B2D4C55-5FF7-41D6-B888-BA41A3ED2BF9}" srcOrd="2" destOrd="0" parTransId="{BAD15B1D-9E55-491A-9C0B-9BA7F791C7B8}" sibTransId="{6A8D334B-D62C-42C4-94B4-C9D6B00D9858}"/>
    <dgm:cxn modelId="{2B940270-E32F-4A6F-9076-C2CBB5675B36}" srcId="{6AAAA3B4-8767-49FD-A113-10420ABB1C67}" destId="{7F258612-9C70-4BEF-839C-E947C6D3C20B}" srcOrd="0" destOrd="0" parTransId="{FDD22ABD-F85E-4C7F-AE32-9120F6FF783F}" sibTransId="{218FAC5C-F693-4A95-B4EA-AE95CA4EED47}"/>
    <dgm:cxn modelId="{6DD55D70-98E8-4230-9D13-8A1B82889CF6}" type="presOf" srcId="{2B2E01A5-47B6-4B0B-9CCC-717302A2AAE3}" destId="{8A232201-6861-4063-9B33-FAA055462EAF}" srcOrd="0" destOrd="0" presId="urn:microsoft.com/office/officeart/2008/layout/LinedList"/>
    <dgm:cxn modelId="{15951557-4E2C-4EA4-ACB9-1BCFF7F7DA95}" srcId="{6AAAA3B4-8767-49FD-A113-10420ABB1C67}" destId="{6D65BD85-FE91-414B-A95D-94DB04A1ACA1}" srcOrd="8" destOrd="0" parTransId="{E104EEF6-78F7-479F-8048-7846F9693B9A}" sibTransId="{5C938373-7B06-48D2-98DF-2E76CBCA9E0F}"/>
    <dgm:cxn modelId="{E17F177C-AD14-45F0-8963-3445AB23E2A3}" type="presOf" srcId="{6F9C5EDC-67FC-4E28-996B-3EF0B7E4A799}" destId="{C7E54FF6-131A-4A08-BA09-95646ECDA166}" srcOrd="0" destOrd="0" presId="urn:microsoft.com/office/officeart/2008/layout/LinedList"/>
    <dgm:cxn modelId="{EA9F4680-04C7-437D-930E-E333CA387570}" type="presOf" srcId="{6AAAA3B4-8767-49FD-A113-10420ABB1C67}" destId="{A3869D47-2CF5-478A-B01C-AD7F2A0693D6}" srcOrd="0" destOrd="0" presId="urn:microsoft.com/office/officeart/2008/layout/LinedList"/>
    <dgm:cxn modelId="{CFF6B3D3-99E9-4947-A1C6-2C49D58A2D1E}" srcId="{6AAAA3B4-8767-49FD-A113-10420ABB1C67}" destId="{5951DAA4-95B5-494B-ACED-54DBAC3DACA4}" srcOrd="1" destOrd="0" parTransId="{971FA3EC-7C3F-42BA-B002-35572E3E1825}" sibTransId="{A971AEF8-A08A-40F5-819C-291242929CB5}"/>
    <dgm:cxn modelId="{3E93EDD8-F6A4-4368-B856-C0724E87BD86}" type="presOf" srcId="{9B2D4C55-5FF7-41D6-B888-BA41A3ED2BF9}" destId="{71F01EA2-52C0-4F11-986F-A8E4CB1A603D}" srcOrd="0" destOrd="0" presId="urn:microsoft.com/office/officeart/2008/layout/LinedList"/>
    <dgm:cxn modelId="{680D4DDD-7271-4E50-83F3-2C12B4018F7F}" srcId="{6AAAA3B4-8767-49FD-A113-10420ABB1C67}" destId="{2B2E01A5-47B6-4B0B-9CCC-717302A2AAE3}" srcOrd="4" destOrd="0" parTransId="{6F13CFDC-77C1-40AE-AAA8-70C0EA076229}" sibTransId="{E0BE5EC9-C41D-4116-9E37-4C6CE470D2F2}"/>
    <dgm:cxn modelId="{25F77AE2-EB0E-41DA-B9AA-1D03CB02F34C}" type="presOf" srcId="{6D65BD85-FE91-414B-A95D-94DB04A1ACA1}" destId="{FDA0C533-956F-41A3-9D62-0D466EA883B9}" srcOrd="0" destOrd="0" presId="urn:microsoft.com/office/officeart/2008/layout/LinedList"/>
    <dgm:cxn modelId="{E0B1D4EC-F5F9-4EB2-A39C-259AF814EC0C}" srcId="{6AAAA3B4-8767-49FD-A113-10420ABB1C67}" destId="{0019C96B-CCDE-45C1-B59B-0D817D958A18}" srcOrd="6" destOrd="0" parTransId="{AC7CC5EE-747F-4063-8844-9C5B3F9E1645}" sibTransId="{42CB1717-6D09-44FC-AE17-9093347E2662}"/>
    <dgm:cxn modelId="{784071ED-26C5-48C2-8AA3-F70A4912BEAB}" type="presOf" srcId="{7F258612-9C70-4BEF-839C-E947C6D3C20B}" destId="{F5129329-B68A-4B68-B876-2DF3180121A3}" srcOrd="0" destOrd="0" presId="urn:microsoft.com/office/officeart/2008/layout/LinedList"/>
    <dgm:cxn modelId="{0C172FEE-6076-494E-B8E3-2FE926413520}" srcId="{6AAAA3B4-8767-49FD-A113-10420ABB1C67}" destId="{2888320F-659A-47F0-88DD-1DBF89A5DE0C}" srcOrd="5" destOrd="0" parTransId="{13F2351E-622F-4DC5-A61A-FA161C65799F}" sibTransId="{63088041-31E9-48F5-93A5-008E57BA9DBF}"/>
    <dgm:cxn modelId="{3FDFC8FD-484B-40A4-8B0E-6ED4175AE550}" type="presOf" srcId="{2888320F-659A-47F0-88DD-1DBF89A5DE0C}" destId="{7BD30256-92ED-4792-BE91-FF17FFB079C6}" srcOrd="0" destOrd="0" presId="urn:microsoft.com/office/officeart/2008/layout/LinedList"/>
    <dgm:cxn modelId="{092C3D3B-AC89-46BB-9182-DFE98C1CE895}" type="presParOf" srcId="{A3869D47-2CF5-478A-B01C-AD7F2A0693D6}" destId="{439B8328-D981-4FDE-8C35-7E9AAFBA2691}" srcOrd="0" destOrd="0" presId="urn:microsoft.com/office/officeart/2008/layout/LinedList"/>
    <dgm:cxn modelId="{75773316-3D1E-4A0E-B9CD-1E099F85C0A6}" type="presParOf" srcId="{A3869D47-2CF5-478A-B01C-AD7F2A0693D6}" destId="{246A8B66-2333-4A5D-A9EC-A5388255C69E}" srcOrd="1" destOrd="0" presId="urn:microsoft.com/office/officeart/2008/layout/LinedList"/>
    <dgm:cxn modelId="{4A5E536B-D656-4234-BEA9-ED7B70DE3340}" type="presParOf" srcId="{246A8B66-2333-4A5D-A9EC-A5388255C69E}" destId="{F5129329-B68A-4B68-B876-2DF3180121A3}" srcOrd="0" destOrd="0" presId="urn:microsoft.com/office/officeart/2008/layout/LinedList"/>
    <dgm:cxn modelId="{21E959CA-B313-42E6-92B5-A2398A6E4838}" type="presParOf" srcId="{246A8B66-2333-4A5D-A9EC-A5388255C69E}" destId="{225029A6-3320-4332-8157-E8816F668024}" srcOrd="1" destOrd="0" presId="urn:microsoft.com/office/officeart/2008/layout/LinedList"/>
    <dgm:cxn modelId="{45169AD7-C876-4D2D-836B-B4976CEC6D70}" type="presParOf" srcId="{A3869D47-2CF5-478A-B01C-AD7F2A0693D6}" destId="{C5EBB374-022D-407B-9E68-4619D3E58308}" srcOrd="2" destOrd="0" presId="urn:microsoft.com/office/officeart/2008/layout/LinedList"/>
    <dgm:cxn modelId="{99832CB4-1FDD-4AD4-8727-9CA09701AC38}" type="presParOf" srcId="{A3869D47-2CF5-478A-B01C-AD7F2A0693D6}" destId="{776AAE26-BD70-4721-A4E1-95C1AA69D0A6}" srcOrd="3" destOrd="0" presId="urn:microsoft.com/office/officeart/2008/layout/LinedList"/>
    <dgm:cxn modelId="{11648400-E756-4AB3-BF0E-7DF53E35DD07}" type="presParOf" srcId="{776AAE26-BD70-4721-A4E1-95C1AA69D0A6}" destId="{6C5D1569-B5AB-421A-8152-D5DC57459557}" srcOrd="0" destOrd="0" presId="urn:microsoft.com/office/officeart/2008/layout/LinedList"/>
    <dgm:cxn modelId="{7D7BC823-31BA-4146-8BB6-40A5C29E8775}" type="presParOf" srcId="{776AAE26-BD70-4721-A4E1-95C1AA69D0A6}" destId="{1E940A56-E84A-426F-BE38-4513CECE94A7}" srcOrd="1" destOrd="0" presId="urn:microsoft.com/office/officeart/2008/layout/LinedList"/>
    <dgm:cxn modelId="{179F7F33-FBD7-4C07-84A7-3675893EBC74}" type="presParOf" srcId="{A3869D47-2CF5-478A-B01C-AD7F2A0693D6}" destId="{055853C4-418C-4A3A-B715-F74F869F81FA}" srcOrd="4" destOrd="0" presId="urn:microsoft.com/office/officeart/2008/layout/LinedList"/>
    <dgm:cxn modelId="{98D90DD5-25F1-4EDD-989B-11E6C99D3333}" type="presParOf" srcId="{A3869D47-2CF5-478A-B01C-AD7F2A0693D6}" destId="{006A4737-D1E6-4AD1-B837-28EFB600DCEF}" srcOrd="5" destOrd="0" presId="urn:microsoft.com/office/officeart/2008/layout/LinedList"/>
    <dgm:cxn modelId="{65D45AD7-37EF-4466-B6E2-A13260269DF9}" type="presParOf" srcId="{006A4737-D1E6-4AD1-B837-28EFB600DCEF}" destId="{71F01EA2-52C0-4F11-986F-A8E4CB1A603D}" srcOrd="0" destOrd="0" presId="urn:microsoft.com/office/officeart/2008/layout/LinedList"/>
    <dgm:cxn modelId="{587D7FFE-7BBB-425B-BB9E-BB02E066563A}" type="presParOf" srcId="{006A4737-D1E6-4AD1-B837-28EFB600DCEF}" destId="{83084D81-08C2-4EB8-9D87-D481E634C41A}" srcOrd="1" destOrd="0" presId="urn:microsoft.com/office/officeart/2008/layout/LinedList"/>
    <dgm:cxn modelId="{BF7CBFD3-4131-418D-A410-245CACAEEF0A}" type="presParOf" srcId="{A3869D47-2CF5-478A-B01C-AD7F2A0693D6}" destId="{6A3A85CB-C397-472B-AA7C-8954B6EFDBA4}" srcOrd="6" destOrd="0" presId="urn:microsoft.com/office/officeart/2008/layout/LinedList"/>
    <dgm:cxn modelId="{86771334-DC61-4853-8BA5-2F523E503884}" type="presParOf" srcId="{A3869D47-2CF5-478A-B01C-AD7F2A0693D6}" destId="{D16BDC49-FB7B-4CD7-B6CA-AF798EC7D2C7}" srcOrd="7" destOrd="0" presId="urn:microsoft.com/office/officeart/2008/layout/LinedList"/>
    <dgm:cxn modelId="{74B0BDB3-1C55-40F4-A83F-90F5B669A15D}" type="presParOf" srcId="{D16BDC49-FB7B-4CD7-B6CA-AF798EC7D2C7}" destId="{C7E54FF6-131A-4A08-BA09-95646ECDA166}" srcOrd="0" destOrd="0" presId="urn:microsoft.com/office/officeart/2008/layout/LinedList"/>
    <dgm:cxn modelId="{644060CB-B11A-403A-B700-23352E7CF43F}" type="presParOf" srcId="{D16BDC49-FB7B-4CD7-B6CA-AF798EC7D2C7}" destId="{F34C5F4E-2C4A-46FE-966F-E8F8AE506047}" srcOrd="1" destOrd="0" presId="urn:microsoft.com/office/officeart/2008/layout/LinedList"/>
    <dgm:cxn modelId="{68D7B79B-E30C-4698-BB1B-CB6F30D7EE9A}" type="presParOf" srcId="{A3869D47-2CF5-478A-B01C-AD7F2A0693D6}" destId="{92C290FE-2AE3-4527-ACA9-92F251026539}" srcOrd="8" destOrd="0" presId="urn:microsoft.com/office/officeart/2008/layout/LinedList"/>
    <dgm:cxn modelId="{D32B4EE2-0800-4BEE-99B4-5E821A5BF9A4}" type="presParOf" srcId="{A3869D47-2CF5-478A-B01C-AD7F2A0693D6}" destId="{EE4DADC8-39E1-40FE-BD29-2078492DBD46}" srcOrd="9" destOrd="0" presId="urn:microsoft.com/office/officeart/2008/layout/LinedList"/>
    <dgm:cxn modelId="{DD15FD71-AE09-452B-B2FE-DDB939AEE3EC}" type="presParOf" srcId="{EE4DADC8-39E1-40FE-BD29-2078492DBD46}" destId="{8A232201-6861-4063-9B33-FAA055462EAF}" srcOrd="0" destOrd="0" presId="urn:microsoft.com/office/officeart/2008/layout/LinedList"/>
    <dgm:cxn modelId="{1FF9C731-24E5-45DD-AA29-A483BDC76BD7}" type="presParOf" srcId="{EE4DADC8-39E1-40FE-BD29-2078492DBD46}" destId="{45DE0877-52D9-4256-AC83-13BE1AC75429}" srcOrd="1" destOrd="0" presId="urn:microsoft.com/office/officeart/2008/layout/LinedList"/>
    <dgm:cxn modelId="{08F37D9B-AB02-4038-9B51-6CAFFEF39AB5}" type="presParOf" srcId="{A3869D47-2CF5-478A-B01C-AD7F2A0693D6}" destId="{14D96A07-8692-46FC-86C5-83CD5BF5D4BF}" srcOrd="10" destOrd="0" presId="urn:microsoft.com/office/officeart/2008/layout/LinedList"/>
    <dgm:cxn modelId="{CA65808A-4B89-4153-8E2C-AD95BC975F60}" type="presParOf" srcId="{A3869D47-2CF5-478A-B01C-AD7F2A0693D6}" destId="{7EC7900E-8CD5-4243-84D3-0FE5C973CBAE}" srcOrd="11" destOrd="0" presId="urn:microsoft.com/office/officeart/2008/layout/LinedList"/>
    <dgm:cxn modelId="{FDC341D2-F257-4E64-87D6-63D9FB177727}" type="presParOf" srcId="{7EC7900E-8CD5-4243-84D3-0FE5C973CBAE}" destId="{7BD30256-92ED-4792-BE91-FF17FFB079C6}" srcOrd="0" destOrd="0" presId="urn:microsoft.com/office/officeart/2008/layout/LinedList"/>
    <dgm:cxn modelId="{D5CAC6FE-0CD5-4BD7-BDDE-23FC3764370F}" type="presParOf" srcId="{7EC7900E-8CD5-4243-84D3-0FE5C973CBAE}" destId="{9BA7B46D-D4A3-4481-8BF6-022D0FD70974}" srcOrd="1" destOrd="0" presId="urn:microsoft.com/office/officeart/2008/layout/LinedList"/>
    <dgm:cxn modelId="{F3ABF5F0-50EF-4427-8812-3CE538E2DA09}" type="presParOf" srcId="{A3869D47-2CF5-478A-B01C-AD7F2A0693D6}" destId="{E13D1001-4448-4E98-8F6A-0F5BBD2D2BAA}" srcOrd="12" destOrd="0" presId="urn:microsoft.com/office/officeart/2008/layout/LinedList"/>
    <dgm:cxn modelId="{12470211-9375-49DF-91B7-B693F596425B}" type="presParOf" srcId="{A3869D47-2CF5-478A-B01C-AD7F2A0693D6}" destId="{1FBE9784-D01D-4CAC-B62B-F1ECB1185AD5}" srcOrd="13" destOrd="0" presId="urn:microsoft.com/office/officeart/2008/layout/LinedList"/>
    <dgm:cxn modelId="{BE24FCE9-144D-4CE8-B838-D1EB7B750767}" type="presParOf" srcId="{1FBE9784-D01D-4CAC-B62B-F1ECB1185AD5}" destId="{32B58CB1-06C3-444C-A5F9-3EF42273A015}" srcOrd="0" destOrd="0" presId="urn:microsoft.com/office/officeart/2008/layout/LinedList"/>
    <dgm:cxn modelId="{0D4CC81F-086A-4916-83FD-4A2192C3E629}" type="presParOf" srcId="{1FBE9784-D01D-4CAC-B62B-F1ECB1185AD5}" destId="{22AE32C9-B870-4073-A182-7E5E1B0CDBB4}" srcOrd="1" destOrd="0" presId="urn:microsoft.com/office/officeart/2008/layout/LinedList"/>
    <dgm:cxn modelId="{634F1806-A6CD-430A-8055-0166BEEECD17}" type="presParOf" srcId="{A3869D47-2CF5-478A-B01C-AD7F2A0693D6}" destId="{6B9AEE5A-3C96-44E5-8B84-89A065E053B3}" srcOrd="14" destOrd="0" presId="urn:microsoft.com/office/officeart/2008/layout/LinedList"/>
    <dgm:cxn modelId="{27387180-3029-4878-AD46-D38E81DE5B20}" type="presParOf" srcId="{A3869D47-2CF5-478A-B01C-AD7F2A0693D6}" destId="{A721EFBD-F973-45DE-979D-6288F779BE84}" srcOrd="15" destOrd="0" presId="urn:microsoft.com/office/officeart/2008/layout/LinedList"/>
    <dgm:cxn modelId="{96F9F311-459A-4A2F-A262-C3B849F9E3CA}" type="presParOf" srcId="{A721EFBD-F973-45DE-979D-6288F779BE84}" destId="{DF5BEE54-E133-49A0-8686-A71030346965}" srcOrd="0" destOrd="0" presId="urn:microsoft.com/office/officeart/2008/layout/LinedList"/>
    <dgm:cxn modelId="{35661EBD-9751-499B-B249-0254EC4F433B}" type="presParOf" srcId="{A721EFBD-F973-45DE-979D-6288F779BE84}" destId="{9578D4E6-412F-4A7C-A6B9-E5394BBE4523}" srcOrd="1" destOrd="0" presId="urn:microsoft.com/office/officeart/2008/layout/LinedList"/>
    <dgm:cxn modelId="{AB2737EE-0829-4627-9932-63F0E0135BF2}" type="presParOf" srcId="{A3869D47-2CF5-478A-B01C-AD7F2A0693D6}" destId="{A1BB0D89-2A16-40E3-B426-FFFE1BDEBC3D}" srcOrd="16" destOrd="0" presId="urn:microsoft.com/office/officeart/2008/layout/LinedList"/>
    <dgm:cxn modelId="{1BB8AF89-CE70-4706-96A6-E3675B7F523F}" type="presParOf" srcId="{A3869D47-2CF5-478A-B01C-AD7F2A0693D6}" destId="{F22B9D7A-374A-4A57-A07D-AA93E41A53B1}" srcOrd="17" destOrd="0" presId="urn:microsoft.com/office/officeart/2008/layout/LinedList"/>
    <dgm:cxn modelId="{ADB06491-0D93-43D6-8FA9-EEB67A32CCB0}" type="presParOf" srcId="{F22B9D7A-374A-4A57-A07D-AA93E41A53B1}" destId="{FDA0C533-956F-41A3-9D62-0D466EA883B9}" srcOrd="0" destOrd="0" presId="urn:microsoft.com/office/officeart/2008/layout/LinedList"/>
    <dgm:cxn modelId="{14EF36D0-97B6-4DA7-8305-4F128A07DB89}" type="presParOf" srcId="{F22B9D7A-374A-4A57-A07D-AA93E41A53B1}" destId="{BD238A46-D840-47EB-B543-0CC421FDD74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B8328-D981-4FDE-8C35-7E9AAFBA2691}">
      <dsp:nvSpPr>
        <dsp:cNvPr id="0" name=""/>
        <dsp:cNvSpPr/>
      </dsp:nvSpPr>
      <dsp:spPr>
        <a:xfrm>
          <a:off x="0" y="570"/>
          <a:ext cx="7343336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129329-B68A-4B68-B876-2DF3180121A3}">
      <dsp:nvSpPr>
        <dsp:cNvPr id="0" name=""/>
        <dsp:cNvSpPr/>
      </dsp:nvSpPr>
      <dsp:spPr>
        <a:xfrm>
          <a:off x="0" y="570"/>
          <a:ext cx="7343336" cy="51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Introduction</a:t>
          </a:r>
        </a:p>
      </dsp:txBody>
      <dsp:txXfrm>
        <a:off x="0" y="570"/>
        <a:ext cx="7343336" cy="519230"/>
      </dsp:txXfrm>
    </dsp:sp>
    <dsp:sp modelId="{C5EBB374-022D-407B-9E68-4619D3E58308}">
      <dsp:nvSpPr>
        <dsp:cNvPr id="0" name=""/>
        <dsp:cNvSpPr/>
      </dsp:nvSpPr>
      <dsp:spPr>
        <a:xfrm>
          <a:off x="0" y="519800"/>
          <a:ext cx="7343336" cy="0"/>
        </a:xfrm>
        <a:prstGeom prst="line">
          <a:avLst/>
        </a:prstGeom>
        <a:gradFill rotWithShape="0">
          <a:gsLst>
            <a:gs pos="0">
              <a:schemeClr val="accent4">
                <a:hueOff val="1225111"/>
                <a:satOff val="-5097"/>
                <a:lumOff val="120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225111"/>
                <a:satOff val="-5097"/>
                <a:lumOff val="120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225111"/>
                <a:satOff val="-5097"/>
                <a:lumOff val="120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225111"/>
              <a:satOff val="-5097"/>
              <a:lumOff val="120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5D1569-B5AB-421A-8152-D5DC57459557}">
      <dsp:nvSpPr>
        <dsp:cNvPr id="0" name=""/>
        <dsp:cNvSpPr/>
      </dsp:nvSpPr>
      <dsp:spPr>
        <a:xfrm>
          <a:off x="0" y="519800"/>
          <a:ext cx="7343336" cy="51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Project Significance/Contribution</a:t>
          </a:r>
        </a:p>
      </dsp:txBody>
      <dsp:txXfrm>
        <a:off x="0" y="519800"/>
        <a:ext cx="7343336" cy="519230"/>
      </dsp:txXfrm>
    </dsp:sp>
    <dsp:sp modelId="{055853C4-418C-4A3A-B715-F74F869F81FA}">
      <dsp:nvSpPr>
        <dsp:cNvPr id="0" name=""/>
        <dsp:cNvSpPr/>
      </dsp:nvSpPr>
      <dsp:spPr>
        <a:xfrm>
          <a:off x="0" y="1039030"/>
          <a:ext cx="7343336" cy="0"/>
        </a:xfrm>
        <a:prstGeom prst="line">
          <a:avLst/>
        </a:prstGeom>
        <a:gradFill rotWithShape="0">
          <a:gsLst>
            <a:gs pos="0">
              <a:schemeClr val="accent4">
                <a:hueOff val="2450223"/>
                <a:satOff val="-10194"/>
                <a:lumOff val="2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450223"/>
                <a:satOff val="-10194"/>
                <a:lumOff val="2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450223"/>
                <a:satOff val="-10194"/>
                <a:lumOff val="2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2450223"/>
              <a:satOff val="-10194"/>
              <a:lumOff val="24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F01EA2-52C0-4F11-986F-A8E4CB1A603D}">
      <dsp:nvSpPr>
        <dsp:cNvPr id="0" name=""/>
        <dsp:cNvSpPr/>
      </dsp:nvSpPr>
      <dsp:spPr>
        <a:xfrm>
          <a:off x="0" y="1039030"/>
          <a:ext cx="7343336" cy="51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Problem Statement</a:t>
          </a:r>
        </a:p>
      </dsp:txBody>
      <dsp:txXfrm>
        <a:off x="0" y="1039030"/>
        <a:ext cx="7343336" cy="519230"/>
      </dsp:txXfrm>
    </dsp:sp>
    <dsp:sp modelId="{6A3A85CB-C397-472B-AA7C-8954B6EFDBA4}">
      <dsp:nvSpPr>
        <dsp:cNvPr id="0" name=""/>
        <dsp:cNvSpPr/>
      </dsp:nvSpPr>
      <dsp:spPr>
        <a:xfrm>
          <a:off x="0" y="1558260"/>
          <a:ext cx="7343336" cy="0"/>
        </a:xfrm>
        <a:prstGeom prst="line">
          <a:avLst/>
        </a:prstGeom>
        <a:gradFill rotWithShape="0">
          <a:gsLst>
            <a:gs pos="0">
              <a:schemeClr val="accent4">
                <a:hueOff val="3675334"/>
                <a:satOff val="-15291"/>
                <a:lumOff val="36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675334"/>
                <a:satOff val="-15291"/>
                <a:lumOff val="36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675334"/>
                <a:satOff val="-15291"/>
                <a:lumOff val="36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3675334"/>
              <a:satOff val="-15291"/>
              <a:lumOff val="36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E54FF6-131A-4A08-BA09-95646ECDA166}">
      <dsp:nvSpPr>
        <dsp:cNvPr id="0" name=""/>
        <dsp:cNvSpPr/>
      </dsp:nvSpPr>
      <dsp:spPr>
        <a:xfrm>
          <a:off x="0" y="1558260"/>
          <a:ext cx="7343336" cy="51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Objectives</a:t>
          </a:r>
        </a:p>
      </dsp:txBody>
      <dsp:txXfrm>
        <a:off x="0" y="1558260"/>
        <a:ext cx="7343336" cy="519230"/>
      </dsp:txXfrm>
    </dsp:sp>
    <dsp:sp modelId="{92C290FE-2AE3-4527-ACA9-92F251026539}">
      <dsp:nvSpPr>
        <dsp:cNvPr id="0" name=""/>
        <dsp:cNvSpPr/>
      </dsp:nvSpPr>
      <dsp:spPr>
        <a:xfrm>
          <a:off x="0" y="2077490"/>
          <a:ext cx="7343336" cy="0"/>
        </a:xfrm>
        <a:prstGeom prst="line">
          <a:avLst/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900445"/>
                <a:satOff val="-20388"/>
                <a:lumOff val="480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4900445"/>
              <a:satOff val="-20388"/>
              <a:lumOff val="480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232201-6861-4063-9B33-FAA055462EAF}">
      <dsp:nvSpPr>
        <dsp:cNvPr id="0" name=""/>
        <dsp:cNvSpPr/>
      </dsp:nvSpPr>
      <dsp:spPr>
        <a:xfrm>
          <a:off x="0" y="2077490"/>
          <a:ext cx="7343336" cy="51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Project Methodology</a:t>
          </a:r>
        </a:p>
      </dsp:txBody>
      <dsp:txXfrm>
        <a:off x="0" y="2077490"/>
        <a:ext cx="7343336" cy="519230"/>
      </dsp:txXfrm>
    </dsp:sp>
    <dsp:sp modelId="{14D96A07-8692-46FC-86C5-83CD5BF5D4BF}">
      <dsp:nvSpPr>
        <dsp:cNvPr id="0" name=""/>
        <dsp:cNvSpPr/>
      </dsp:nvSpPr>
      <dsp:spPr>
        <a:xfrm>
          <a:off x="0" y="2596721"/>
          <a:ext cx="7343336" cy="0"/>
        </a:xfrm>
        <a:prstGeom prst="line">
          <a:avLst/>
        </a:prstGeom>
        <a:gradFill rotWithShape="0">
          <a:gsLst>
            <a:gs pos="0">
              <a:schemeClr val="accent4">
                <a:hueOff val="6125556"/>
                <a:satOff val="-25486"/>
                <a:lumOff val="60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125556"/>
                <a:satOff val="-25486"/>
                <a:lumOff val="60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125556"/>
                <a:satOff val="-25486"/>
                <a:lumOff val="60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6125556"/>
              <a:satOff val="-25486"/>
              <a:lumOff val="60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D30256-92ED-4792-BE91-FF17FFB079C6}">
      <dsp:nvSpPr>
        <dsp:cNvPr id="0" name=""/>
        <dsp:cNvSpPr/>
      </dsp:nvSpPr>
      <dsp:spPr>
        <a:xfrm>
          <a:off x="0" y="2596721"/>
          <a:ext cx="7343336" cy="51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Results</a:t>
          </a:r>
        </a:p>
      </dsp:txBody>
      <dsp:txXfrm>
        <a:off x="0" y="2596721"/>
        <a:ext cx="7343336" cy="519230"/>
      </dsp:txXfrm>
    </dsp:sp>
    <dsp:sp modelId="{E13D1001-4448-4E98-8F6A-0F5BBD2D2BAA}">
      <dsp:nvSpPr>
        <dsp:cNvPr id="0" name=""/>
        <dsp:cNvSpPr/>
      </dsp:nvSpPr>
      <dsp:spPr>
        <a:xfrm>
          <a:off x="0" y="3115951"/>
          <a:ext cx="7343336" cy="0"/>
        </a:xfrm>
        <a:prstGeom prst="line">
          <a:avLst/>
        </a:prstGeom>
        <a:gradFill rotWithShape="0">
          <a:gsLst>
            <a:gs pos="0">
              <a:schemeClr val="accent4">
                <a:hueOff val="7350668"/>
                <a:satOff val="-30583"/>
                <a:lumOff val="72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7350668"/>
                <a:satOff val="-30583"/>
                <a:lumOff val="72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7350668"/>
                <a:satOff val="-30583"/>
                <a:lumOff val="72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7350668"/>
              <a:satOff val="-30583"/>
              <a:lumOff val="720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B58CB1-06C3-444C-A5F9-3EF42273A015}">
      <dsp:nvSpPr>
        <dsp:cNvPr id="0" name=""/>
        <dsp:cNvSpPr/>
      </dsp:nvSpPr>
      <dsp:spPr>
        <a:xfrm>
          <a:off x="0" y="3124918"/>
          <a:ext cx="7343336" cy="51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Timeline (Gantt chart)</a:t>
          </a:r>
        </a:p>
      </dsp:txBody>
      <dsp:txXfrm>
        <a:off x="0" y="3124918"/>
        <a:ext cx="7343336" cy="519230"/>
      </dsp:txXfrm>
    </dsp:sp>
    <dsp:sp modelId="{6B9AEE5A-3C96-44E5-8B84-89A065E053B3}">
      <dsp:nvSpPr>
        <dsp:cNvPr id="0" name=""/>
        <dsp:cNvSpPr/>
      </dsp:nvSpPr>
      <dsp:spPr>
        <a:xfrm>
          <a:off x="0" y="3635181"/>
          <a:ext cx="7343336" cy="0"/>
        </a:xfrm>
        <a:prstGeom prst="line">
          <a:avLst/>
        </a:prstGeom>
        <a:gradFill rotWithShape="0">
          <a:gsLst>
            <a:gs pos="0">
              <a:schemeClr val="accent4">
                <a:hueOff val="8575779"/>
                <a:satOff val="-35680"/>
                <a:lumOff val="84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8575779"/>
                <a:satOff val="-35680"/>
                <a:lumOff val="84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8575779"/>
                <a:satOff val="-35680"/>
                <a:lumOff val="84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8575779"/>
              <a:satOff val="-35680"/>
              <a:lumOff val="84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5BEE54-E133-49A0-8686-A71030346965}">
      <dsp:nvSpPr>
        <dsp:cNvPr id="0" name=""/>
        <dsp:cNvSpPr/>
      </dsp:nvSpPr>
      <dsp:spPr>
        <a:xfrm>
          <a:off x="0" y="3635181"/>
          <a:ext cx="7343336" cy="51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Conclusion &amp; Future Work</a:t>
          </a:r>
        </a:p>
      </dsp:txBody>
      <dsp:txXfrm>
        <a:off x="0" y="3635181"/>
        <a:ext cx="7343336" cy="519230"/>
      </dsp:txXfrm>
    </dsp:sp>
    <dsp:sp modelId="{A1BB0D89-2A16-40E3-B426-FFFE1BDEBC3D}">
      <dsp:nvSpPr>
        <dsp:cNvPr id="0" name=""/>
        <dsp:cNvSpPr/>
      </dsp:nvSpPr>
      <dsp:spPr>
        <a:xfrm>
          <a:off x="0" y="4154411"/>
          <a:ext cx="7343336" cy="0"/>
        </a:xfrm>
        <a:prstGeom prst="line">
          <a:avLst/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9800891"/>
                <a:satOff val="-40777"/>
                <a:lumOff val="960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A0C533-956F-41A3-9D62-0D466EA883B9}">
      <dsp:nvSpPr>
        <dsp:cNvPr id="0" name=""/>
        <dsp:cNvSpPr/>
      </dsp:nvSpPr>
      <dsp:spPr>
        <a:xfrm>
          <a:off x="0" y="4154411"/>
          <a:ext cx="7343336" cy="519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References</a:t>
          </a:r>
        </a:p>
      </dsp:txBody>
      <dsp:txXfrm>
        <a:off x="0" y="4154411"/>
        <a:ext cx="7343336" cy="5192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4FE1B-3692-48B7-AE83-26BE25F162A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84EF17-43C5-431A-8ECA-96085B845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44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Name(s): </a:t>
            </a:r>
          </a:p>
          <a:p>
            <a:r>
              <a:rPr lang="en-US" dirty="0"/>
              <a:t>Supervisor: </a:t>
            </a:r>
          </a:p>
          <a:p>
            <a:r>
              <a:rPr lang="en-US" dirty="0"/>
              <a:t>Co-Supervisor: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-8792" y="6538911"/>
            <a:ext cx="7886700" cy="319088"/>
          </a:xfrm>
        </p:spPr>
        <p:txBody>
          <a:bodyPr/>
          <a:lstStyle>
            <a:lvl1pPr>
              <a:defRPr b="0"/>
            </a:lvl1pPr>
          </a:lstStyle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7D2A565D-CCE2-446C-AC95-41A362944F89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/>
              <a:t>Unity </a:t>
            </a:r>
            <a:r>
              <a:rPr lang="en-US">
                <a:sym typeface="Symbol" panose="05050102010706020507" pitchFamily="18" charset="2"/>
              </a:rPr>
              <a:t>• </a:t>
            </a:r>
            <a:r>
              <a:rPr lang="en-US"/>
              <a:t>Faith </a:t>
            </a:r>
            <a:r>
              <a:rPr lang="en-US">
                <a:sym typeface="Symbol" panose="05050102010706020507" pitchFamily="18" charset="2"/>
              </a:rPr>
              <a:t>• </a:t>
            </a:r>
            <a:r>
              <a:rPr lang="en-US"/>
              <a:t>Discipline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Introduction/Background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Significa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Project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terature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Research/Project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Expected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Timeline (Gantt Chart)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Queries &amp;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855027"/>
            <a:ext cx="7343336" cy="941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399" y="1969476"/>
            <a:ext cx="7343336" cy="4177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8792" y="6538911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lvl1pPr algn="ctr">
              <a:defRPr sz="1400" b="0" i="1">
                <a:solidFill>
                  <a:schemeClr val="bg1"/>
                </a:solidFill>
              </a:defRPr>
            </a:lvl1pPr>
          </a:lstStyle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77908" y="6538913"/>
            <a:ext cx="1266092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200" b="1" i="0">
                <a:solidFill>
                  <a:schemeClr val="bg1"/>
                </a:solidFill>
              </a:defRPr>
            </a:lvl1pPr>
          </a:lstStyle>
          <a:p>
            <a:fld id="{7D2A565D-CCE2-446C-AC95-41A362944F8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 descr="Logo, company name&#10;&#10;Description automatically generated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92" y="0"/>
            <a:ext cx="1246748" cy="9410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806575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&amp; Found Item Management System</a:t>
            </a:r>
            <a:endParaRPr lang="en-US" sz="5000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28938"/>
            <a:ext cx="6939650" cy="2114117"/>
          </a:xfrm>
        </p:spPr>
        <p:txBody>
          <a:bodyPr>
            <a:normAutofit fontScale="85000" lnSpcReduction="20000"/>
          </a:bodyPr>
          <a:lstStyle/>
          <a:p>
            <a:endParaRPr lang="en-US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Abdullah Ahmed Murtaza(24F-CS-081)</a:t>
            </a:r>
          </a:p>
          <a:p>
            <a:r>
              <a:rPr lang="en-US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Taha Siddiqui (24F-CS-057)</a:t>
            </a:r>
          </a:p>
          <a:p>
            <a:r>
              <a:rPr lang="en-US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Huzaifa Saeed (24F-CS-069)</a:t>
            </a:r>
          </a:p>
          <a:p>
            <a:r>
              <a:rPr lang="en-US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Hamza Bin Khalid (24F-CS-092)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Kazim Jafri (24F-CS-061)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0251" y="6249700"/>
            <a:ext cx="77723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495" y="5145962"/>
            <a:ext cx="48356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b="1" spc="3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Miss Poonam K.K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F49815-37C3-0DC0-6380-35D793AAF9E6}"/>
              </a:ext>
            </a:extLst>
          </p:cNvPr>
          <p:cNvSpPr txBox="1"/>
          <p:nvPr/>
        </p:nvSpPr>
        <p:spPr>
          <a:xfrm>
            <a:off x="1143000" y="65583"/>
            <a:ext cx="79023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Dawood University of Engineering and Technology </a:t>
            </a:r>
          </a:p>
          <a:p>
            <a:pPr algn="ctr"/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Information &amp; Computing Sciences,</a:t>
            </a:r>
          </a:p>
          <a:p>
            <a:pPr algn="ctr"/>
            <a:endParaRPr lang="en-US" sz="1800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289679"/>
              </p:ext>
            </p:extLst>
          </p:nvPr>
        </p:nvGraphicFramePr>
        <p:xfrm>
          <a:off x="914400" y="1864698"/>
          <a:ext cx="7343336" cy="4674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538913"/>
            <a:ext cx="7886700" cy="319088"/>
          </a:xfrm>
        </p:spPr>
        <p:txBody>
          <a:bodyPr/>
          <a:lstStyle/>
          <a:p>
            <a:endParaRPr lang="en-US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FoI&amp;CS</a:t>
            </a:r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of Computer Science</a:t>
            </a:r>
          </a:p>
          <a:p>
            <a:pPr algn="just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>
                <a:latin typeface="Times New Roman" panose="02020603050405020304" pitchFamily="18" charset="0"/>
                <a:cs typeface="Times New Roman" panose="02020603050405020304" pitchFamily="18" charset="0"/>
              </a:rPr>
              <a:t>FoI&amp;CS, Department of Computer Science</a:t>
            </a:r>
          </a:p>
          <a:p>
            <a:pPr algn="just"/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85D16B8-0D92-7681-3AA8-CAD0A3CDF5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49745" y="2151727"/>
            <a:ext cx="770312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web-based system to manage lost and found items. It has the following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report items; admins verify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Includes proof upload, categories, and auto-junk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Simple frontend, solid backend + database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855027"/>
            <a:ext cx="7543800" cy="941071"/>
          </a:xfrm>
        </p:spPr>
        <p:txBody>
          <a:bodyPr>
            <a:normAutofit/>
          </a:bodyPr>
          <a:lstStyle/>
          <a:p>
            <a:r>
              <a:rPr lang="en-US" dirty="0"/>
              <a:t>Project Significance/Contribution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4</a:t>
            </a:fld>
            <a:endParaRPr lang="en-US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>
                <a:latin typeface="Times New Roman" panose="02020603050405020304" pitchFamily="18" charset="0"/>
                <a:cs typeface="Times New Roman" panose="02020603050405020304" pitchFamily="18" charset="0"/>
              </a:rPr>
              <a:t>FoI&amp;CS, Department of Computer Science</a:t>
            </a:r>
          </a:p>
          <a:p>
            <a:pPr algn="just"/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C41CFA-3DDF-6AC7-E441-AA96F55B65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2325647"/>
            <a:ext cx="585609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is significant because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It is a 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igital alternative to manual lost-and-found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It 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educes false claims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It provides 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aster item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Arial" panose="020B0604020202020204" pitchFamily="34" charset="0"/>
              </a:rPr>
              <a:t> It enables 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rganized tracking using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5</a:t>
            </a:fld>
            <a:endParaRPr lang="en-US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>
                <a:latin typeface="Times New Roman" panose="02020603050405020304" pitchFamily="18" charset="0"/>
                <a:cs typeface="Times New Roman" panose="02020603050405020304" pitchFamily="18" charset="0"/>
              </a:rPr>
              <a:t>FoI&amp;CS, Department of Computer Science</a:t>
            </a:r>
          </a:p>
          <a:p>
            <a:pPr algn="just"/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742940C-8850-0DFB-DCFB-30D2462C8B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2243471"/>
            <a:ext cx="681557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lost-and-found systems are slow and error-prone. Moreover there are no verification methods, and no tracking of items and claims. There is a need for a secure digital system for educational institutions, workplaces, and public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Primary:</a:t>
            </a:r>
            <a:endParaRPr lang="en-US" sz="2000" dirty="0"/>
          </a:p>
          <a:p>
            <a:r>
              <a:rPr lang="en-US" sz="2000" dirty="0"/>
              <a:t>User login, item reporting, claim submission</a:t>
            </a:r>
          </a:p>
          <a:p>
            <a:r>
              <a:rPr lang="en-US" sz="2000" dirty="0"/>
              <a:t>Admin approval/rejection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Secondary:</a:t>
            </a:r>
            <a:endParaRPr lang="en-US" sz="2000" dirty="0"/>
          </a:p>
          <a:p>
            <a:r>
              <a:rPr lang="en-US" sz="2000" dirty="0"/>
              <a:t>Auto-junk after 48 hours</a:t>
            </a:r>
          </a:p>
          <a:p>
            <a:r>
              <a:rPr lang="en-US" sz="2000" dirty="0"/>
              <a:t>Organized categories</a:t>
            </a:r>
          </a:p>
          <a:p>
            <a:r>
              <a:rPr lang="en-US" sz="2000" dirty="0"/>
              <a:t>Simple and usable interface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6</a:t>
            </a:fld>
            <a:endParaRPr lang="en-US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>
                <a:latin typeface="Times New Roman" panose="02020603050405020304" pitchFamily="18" charset="0"/>
                <a:cs typeface="Times New Roman" panose="02020603050405020304" pitchFamily="18" charset="0"/>
              </a:rPr>
              <a:t>FoI&amp;CS, Department of Computer Science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>
                <a:latin typeface="Times New Roman" panose="02020603050405020304" pitchFamily="18" charset="0"/>
                <a:cs typeface="Times New Roman" panose="02020603050405020304" pitchFamily="18" charset="0"/>
              </a:rPr>
              <a:t>FoI&amp;CS, Department of Computer Science</a:t>
            </a:r>
          </a:p>
          <a:p>
            <a:pPr algn="just"/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15756E0-9401-A704-C3F1-4226CE92D6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4327" y="2245427"/>
            <a:ext cx="39581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ERD + database schema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(Node.js + Express)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(HTML/CSS/JS)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>
                <a:latin typeface="Times New Roman" panose="02020603050405020304" pitchFamily="18" charset="0"/>
                <a:cs typeface="Times New Roman" panose="02020603050405020304" pitchFamily="18" charset="0"/>
              </a:rPr>
              <a:t>FoI&amp;CS, Department of Computer Science</a:t>
            </a:r>
          </a:p>
          <a:p>
            <a:pPr algn="just"/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F697F7D-5267-646F-461F-7E4377256B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324" y="2228927"/>
            <a:ext cx="530465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Functional lost-and-found portal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Proof-based claim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 dashboard for verification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 junking of expired miscellaneous items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(</a:t>
            </a:r>
            <a:r>
              <a:rPr lang="en-US" i="1" dirty="0"/>
              <a:t>Gantt Chart</a:t>
            </a:r>
            <a:r>
              <a:rPr lang="en-US" dirty="0"/>
              <a:t>)</a:t>
            </a:r>
          </a:p>
        </p:txBody>
      </p:sp>
      <p:pic>
        <p:nvPicPr>
          <p:cNvPr id="8" name="Content Placeholder 7" descr="A blue and orange bar&#10;&#10;AI-generated content may be incorrect.">
            <a:extLst>
              <a:ext uri="{FF2B5EF4-FFF2-40B4-BE49-F238E27FC236}">
                <a16:creationId xmlns:a16="http://schemas.microsoft.com/office/drawing/2014/main" id="{3900583B-46E4-A685-AEF6-D1E43E1AD9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032001"/>
            <a:ext cx="9144000" cy="2355272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9</a:t>
            </a:fld>
            <a:endParaRPr lang="en-US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FoI&amp;CS</a:t>
            </a:r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of Computer Science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0332" y="1987948"/>
            <a:ext cx="7343336" cy="417795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Efficient and transparent system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Reduces mismanagement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Simplifies lost-item recovery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Future Work: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Notifications (email or SMS)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Mobile app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QR-based item tagging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Better authentication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/>
              <a:t>Unity </a:t>
            </a:r>
            <a:r>
              <a:rPr lang="en-US">
                <a:sym typeface="Symbol" panose="05050102010706020507" pitchFamily="18" charset="2"/>
              </a:rPr>
              <a:t>• </a:t>
            </a:r>
            <a:r>
              <a:rPr lang="en-US"/>
              <a:t>Faith </a:t>
            </a:r>
            <a:r>
              <a:rPr lang="en-US">
                <a:sym typeface="Symbol" panose="05050102010706020507" pitchFamily="18" charset="2"/>
              </a:rPr>
              <a:t>• </a:t>
            </a:r>
            <a:r>
              <a:rPr lang="en-US"/>
              <a:t>Discipline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10</a:t>
            </a:fld>
            <a:endParaRPr lang="en-US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FoI&amp;CS</a:t>
            </a:r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of Computer Science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11</a:t>
            </a:fld>
            <a:endParaRPr lang="en-US"/>
          </a:p>
        </p:txBody>
      </p:sp>
      <p:sp>
        <p:nvSpPr>
          <p:cNvPr id="6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FoI&amp;CS</a:t>
            </a:r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of Computer Science</a:t>
            </a:r>
          </a:p>
          <a:p>
            <a:pPr algn="just"/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DD9110A-5DFF-FB0F-01D8-B6CABADC21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0194" y="2211797"/>
            <a:ext cx="847469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Bataineh, Emad, Bilal Bataineh, and S. A. Kindi. "Design, development and usability evaluation of an online web-based lost and found system." 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International Journal of Digital Information and Wireless Communications (IJDIWC)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5 (2015): 75-81.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Kumar, Satendra, Divyang Bhatnagar, Divyanshu Gahlot, Bhoopendra Singh Gola, and Garvit Rajput. "Web-Based Lost and Found System." 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MIT International Journal of Computer Science and Information Technology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11, no. 1 (2022).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Muhamad Ilias, Nur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Fatiehah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Iylia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"A web based system for lost and found items system using RFID and email notification." PhD diss.,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Universiti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Mara Perlis, 2021.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Emadi, Jain. "The Development of a Design Theory for Web Based Information Systems." 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Journal of Robotics Spectrum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1 (2023): 013-023.</a:t>
            </a:r>
          </a:p>
        </p:txBody>
      </p:sp>
    </p:spTree>
    <p:extLst>
      <p:ext uri="{BB962C8B-B14F-4D97-AF65-F5344CB8AC3E}">
        <p14:creationId xmlns:p14="http://schemas.microsoft.com/office/powerpoint/2010/main" val="1748306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25B22-E65F-A460-600A-2C1FAA91E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407E9-F54F-8A92-EE00-6958E058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87E575-76A9-D5DD-F6F0-BDECC3DFF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4CFA38-AE51-8E3B-87C8-919268871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12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571729A-9643-2E12-0C6C-B1AF16BBCF4C}"/>
              </a:ext>
            </a:extLst>
          </p:cNvPr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FoI&amp;CS</a:t>
            </a:r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of Computer Science</a:t>
            </a:r>
          </a:p>
          <a:p>
            <a:pPr algn="just"/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30A1F6F-A00A-EABA-6AC1-675E5C4399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9250" y="1888390"/>
            <a:ext cx="8568507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</a:t>
            </a:r>
            <a:r>
              <a:rPr lang="en-US" dirty="0"/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Sultana, H., Nishant Sharma, N. Nalini, Gaurav Pathak, and Ayush Pandey. "Prevention of SQL Injection Using a Comprehensive Input Sanitization Methodology." In 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Recent Developments in Electronics and Communication Systems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pp. 276-282. IOS Press, 2023.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6. Oz, Harun, Abbas Acar, Ahmet Aris,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Güliz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Seray Tuncay, Amin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Kharraz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and Selcuk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Uluagac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"(In) Security of File Uploads in node.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." In 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Proceedings of the ACM Web Conference 2024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pp. 1573-1584. 2024.</a:t>
            </a:r>
            <a:endParaRPr kumimoji="0" lang="en-US" altLang="en-US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i="1" dirty="0">
                <a:latin typeface="Arial" panose="020B0604020202020204" pitchFamily="34" charset="0"/>
              </a:rPr>
              <a:t>7.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Documentation.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“W3 Schools MySQL Tutorials, 2025”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8. Express.js Documentation.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“Fast, unopinionated, minimalist web framework for Node.js.”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9. “</a:t>
            </a:r>
            <a:r>
              <a:rPr lang="fr-FR" sz="1800" i="1" dirty="0">
                <a:latin typeface="Arial" panose="020B0604020202020204" pitchFamily="34" charset="0"/>
                <a:cs typeface="Arial" panose="020B0604020202020204" pitchFamily="34" charset="0"/>
              </a:rPr>
              <a:t>Node.js Documentation.</a:t>
            </a:r>
            <a:r>
              <a:rPr lang="en-US" altLang="en-US" sz="1800" dirty="0">
                <a:latin typeface="Arial" panose="020B0604020202020204" pitchFamily="34" charset="0"/>
              </a:rPr>
              <a:t>”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Node.js Official Docs, 2025.</a:t>
            </a:r>
            <a:b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10.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HTML Reference.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” MDN Web Docs, 2025.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300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 dirty="0"/>
              <a:t>Unity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Faith </a:t>
            </a:r>
            <a:r>
              <a:rPr lang="en-US" dirty="0">
                <a:sym typeface="Symbol" panose="05050102010706020507" pitchFamily="18" charset="2"/>
              </a:rPr>
              <a:t>• </a:t>
            </a:r>
            <a:r>
              <a:rPr lang="en-US" dirty="0"/>
              <a:t>Discipline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51662" y="2629883"/>
            <a:ext cx="7640675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7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FoI&amp;CS</a:t>
            </a:r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of Computer Science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just"/>
            <a:r>
              <a:rPr lang="en-US"/>
              <a:t>Unity </a:t>
            </a:r>
            <a:r>
              <a:rPr lang="en-US">
                <a:sym typeface="Symbol" panose="05050102010706020507" pitchFamily="18" charset="2"/>
              </a:rPr>
              <a:t>• </a:t>
            </a:r>
            <a:r>
              <a:rPr lang="en-US"/>
              <a:t>Faith </a:t>
            </a:r>
            <a:r>
              <a:rPr lang="en-US">
                <a:sym typeface="Symbol" panose="05050102010706020507" pitchFamily="18" charset="2"/>
              </a:rPr>
              <a:t>• </a:t>
            </a:r>
            <a:r>
              <a:rPr lang="en-US"/>
              <a:t>Discipline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A565D-CCE2-446C-AC95-41A362944F89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154985" y="3429000"/>
            <a:ext cx="945397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Queries/Suggestions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798" y="332656"/>
            <a:ext cx="3315526" cy="3600400"/>
          </a:xfrm>
          <a:prstGeom prst="rect">
            <a:avLst/>
          </a:prstGeom>
          <a:noFill/>
          <a:effectLst>
            <a:softEdge rad="685800"/>
          </a:effectLst>
        </p:spPr>
      </p:pic>
      <p:sp>
        <p:nvSpPr>
          <p:cNvPr id="7" name="Footer Placeholder 4"/>
          <p:cNvSpPr txBox="1">
            <a:spLocks/>
          </p:cNvSpPr>
          <p:nvPr/>
        </p:nvSpPr>
        <p:spPr>
          <a:xfrm>
            <a:off x="0" y="6538913"/>
            <a:ext cx="7886700" cy="3190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400" b="0" i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FoI&amp;CS</a:t>
            </a:r>
            <a:r>
              <a:rPr lang="en-US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of Computer Science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ProposalDefenseTemplate</Template>
  <TotalTime>150</TotalTime>
  <Words>812</Words>
  <Application>Microsoft Office PowerPoint</Application>
  <PresentationFormat>On-screen Show (4:3)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Office Theme</vt:lpstr>
      <vt:lpstr>Lost &amp; Found Item Management System</vt:lpstr>
      <vt:lpstr>Contents</vt:lpstr>
      <vt:lpstr>Introduction</vt:lpstr>
      <vt:lpstr>Project Significance/Contribution</vt:lpstr>
      <vt:lpstr>Problem Statement</vt:lpstr>
      <vt:lpstr>Objectives</vt:lpstr>
      <vt:lpstr>Methodology</vt:lpstr>
      <vt:lpstr>Results</vt:lpstr>
      <vt:lpstr>Timeline (Gantt Chart)</vt:lpstr>
      <vt:lpstr>Conclusion &amp; Future Work</vt:lpstr>
      <vt:lpstr>References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Engr. Rahila Shah</dc:creator>
  <cp:lastModifiedBy>Abdullah Ahmed Murtaza</cp:lastModifiedBy>
  <cp:revision>33</cp:revision>
  <dcterms:created xsi:type="dcterms:W3CDTF">2022-11-17T04:16:00Z</dcterms:created>
  <dcterms:modified xsi:type="dcterms:W3CDTF">2025-12-02T16:19:24Z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3163C3FA429C40309C6D721098FD2D11_12</vt:lpwstr>
  </property>
  <property fmtid="{D5CDD505-2E9C-101B-9397-08002B2CF9AE}" pid="3" name="KSOProductBuildVer">
    <vt:lpwstr>1033-12.2.0.18607</vt:lpwstr>
  </property>
</Properties>
</file>